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866414-1508-784A-82D5-F069FACD3066}" v="2" dt="2026-09-24T21:08:36.0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7"/>
    <p:restoredTop sz="94658"/>
  </p:normalViewPr>
  <p:slideViewPr>
    <p:cSldViewPr snapToGrid="0">
      <p:cViewPr varScale="1">
        <p:scale>
          <a:sx n="108" d="100"/>
          <a:sy n="108" d="100"/>
        </p:scale>
        <p:origin x="22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gisella Giorgiani" userId="a7fe563e-347f-468d-94db-89d821bb8dc3" providerId="ADAL" clId="{196FAF26-15D0-54FD-9E98-CD296B6F88F1}"/>
    <pc:docChg chg="custSel modSld">
      <pc:chgData name="Mariagisella Giorgiani" userId="a7fe563e-347f-468d-94db-89d821bb8dc3" providerId="ADAL" clId="{196FAF26-15D0-54FD-9E98-CD296B6F88F1}" dt="2026-09-24T21:08:38.467" v="17" actId="26606"/>
      <pc:docMkLst>
        <pc:docMk/>
      </pc:docMkLst>
      <pc:sldChg chg="addSp delSp modSp mod">
        <pc:chgData name="Mariagisella Giorgiani" userId="a7fe563e-347f-468d-94db-89d821bb8dc3" providerId="ADAL" clId="{196FAF26-15D0-54FD-9E98-CD296B6F88F1}" dt="2026-09-24T21:08:38.467" v="17" actId="26606"/>
        <pc:sldMkLst>
          <pc:docMk/>
          <pc:sldMk cId="1133419805" sldId="256"/>
        </pc:sldMkLst>
        <pc:spChg chg="add del">
          <ac:chgData name="Mariagisella Giorgiani" userId="a7fe563e-347f-468d-94db-89d821bb8dc3" providerId="ADAL" clId="{196FAF26-15D0-54FD-9E98-CD296B6F88F1}" dt="2026-09-24T20:46:13.835" v="7" actId="26606"/>
          <ac:spMkLst>
            <pc:docMk/>
            <pc:sldMk cId="1133419805" sldId="256"/>
            <ac:spMk id="15" creationId="{42A4FC2C-047E-45A5-965D-8E1E3BF09BC6}"/>
          </ac:spMkLst>
        </pc:spChg>
        <pc:spChg chg="add del">
          <ac:chgData name="Mariagisella Giorgiani" userId="a7fe563e-347f-468d-94db-89d821bb8dc3" providerId="ADAL" clId="{196FAF26-15D0-54FD-9E98-CD296B6F88F1}" dt="2026-09-24T20:48:52.613" v="11" actId="26606"/>
          <ac:spMkLst>
            <pc:docMk/>
            <pc:sldMk cId="1133419805" sldId="256"/>
            <ac:spMk id="20" creationId="{42A4FC2C-047E-45A5-965D-8E1E3BF09BC6}"/>
          </ac:spMkLst>
        </pc:spChg>
        <pc:spChg chg="add del">
          <ac:chgData name="Mariagisella Giorgiani" userId="a7fe563e-347f-468d-94db-89d821bb8dc3" providerId="ADAL" clId="{196FAF26-15D0-54FD-9E98-CD296B6F88F1}" dt="2026-09-24T20:59:02.700" v="14" actId="26606"/>
          <ac:spMkLst>
            <pc:docMk/>
            <pc:sldMk cId="1133419805" sldId="256"/>
            <ac:spMk id="25" creationId="{42A4FC2C-047E-45A5-965D-8E1E3BF09BC6}"/>
          </ac:spMkLst>
        </pc:spChg>
        <pc:spChg chg="add del">
          <ac:chgData name="Mariagisella Giorgiani" userId="a7fe563e-347f-468d-94db-89d821bb8dc3" providerId="ADAL" clId="{196FAF26-15D0-54FD-9E98-CD296B6F88F1}" dt="2026-09-24T21:08:38.467" v="17" actId="26606"/>
          <ac:spMkLst>
            <pc:docMk/>
            <pc:sldMk cId="1133419805" sldId="256"/>
            <ac:spMk id="30" creationId="{42A4FC2C-047E-45A5-965D-8E1E3BF09BC6}"/>
          </ac:spMkLst>
        </pc:spChg>
        <pc:spChg chg="add">
          <ac:chgData name="Mariagisella Giorgiani" userId="a7fe563e-347f-468d-94db-89d821bb8dc3" providerId="ADAL" clId="{196FAF26-15D0-54FD-9E98-CD296B6F88F1}" dt="2026-09-24T21:08:38.467" v="17" actId="26606"/>
          <ac:spMkLst>
            <pc:docMk/>
            <pc:sldMk cId="1133419805" sldId="256"/>
            <ac:spMk id="35" creationId="{42A4FC2C-047E-45A5-965D-8E1E3BF09BC6}"/>
          </ac:spMkLst>
        </pc:spChg>
        <pc:picChg chg="add mod">
          <ac:chgData name="Mariagisella Giorgiani" userId="a7fe563e-347f-468d-94db-89d821bb8dc3" providerId="ADAL" clId="{196FAF26-15D0-54FD-9E98-CD296B6F88F1}" dt="2026-09-24T21:08:38.467" v="17" actId="26606"/>
          <ac:picMkLst>
            <pc:docMk/>
            <pc:sldMk cId="1133419805" sldId="256"/>
            <ac:picMk id="2" creationId="{2025EE5A-5049-96DC-92AD-C4683A9EE96C}"/>
          </ac:picMkLst>
        </pc:picChg>
        <pc:picChg chg="add del mod">
          <ac:chgData name="Mariagisella Giorgiani" userId="a7fe563e-347f-468d-94db-89d821bb8dc3" providerId="ADAL" clId="{196FAF26-15D0-54FD-9E98-CD296B6F88F1}" dt="2026-09-24T20:45:32.473" v="4" actId="478"/>
          <ac:picMkLst>
            <pc:docMk/>
            <pc:sldMk cId="1133419805" sldId="256"/>
            <ac:picMk id="3" creationId="{BB0861F0-E693-109D-2863-0EB9E98A6920}"/>
          </ac:picMkLst>
        </pc:picChg>
        <pc:picChg chg="add del mod">
          <ac:chgData name="Mariagisella Giorgiani" userId="a7fe563e-347f-468d-94db-89d821bb8dc3" providerId="ADAL" clId="{196FAF26-15D0-54FD-9E98-CD296B6F88F1}" dt="2026-09-24T20:49:14.979" v="12" actId="478"/>
          <ac:picMkLst>
            <pc:docMk/>
            <pc:sldMk cId="1133419805" sldId="256"/>
            <ac:picMk id="3" creationId="{CA3E9E40-733E-00FC-2E6E-FF288E2F73F5}"/>
          </ac:picMkLst>
        </pc:picChg>
        <pc:picChg chg="add del mod">
          <ac:chgData name="Mariagisella Giorgiani" userId="a7fe563e-347f-468d-94db-89d821bb8dc3" providerId="ADAL" clId="{196FAF26-15D0-54FD-9E98-CD296B6F88F1}" dt="2026-09-24T20:48:43.269" v="8" actId="478"/>
          <ac:picMkLst>
            <pc:docMk/>
            <pc:sldMk cId="1133419805" sldId="256"/>
            <ac:picMk id="4" creationId="{CD931226-3567-88B0-DDE3-81598DCE91B6}"/>
          </ac:picMkLst>
        </pc:picChg>
        <pc:picChg chg="add del mod">
          <ac:chgData name="Mariagisella Giorgiani" userId="a7fe563e-347f-468d-94db-89d821bb8dc3" providerId="ADAL" clId="{196FAF26-15D0-54FD-9E98-CD296B6F88F1}" dt="2026-09-24T21:07:44.892" v="15" actId="478"/>
          <ac:picMkLst>
            <pc:docMk/>
            <pc:sldMk cId="1133419805" sldId="256"/>
            <ac:picMk id="5" creationId="{9F1D8117-3B0B-5AB2-41C7-94A5DAB9933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1E02F-BFCD-E857-8550-3D7F0650E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9D4FF-9B76-EF69-0D3D-1815FAF2A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E663C-E7CF-C4E8-8BE2-D5FC29BA0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12594-FC0D-BB00-D61E-9580D5B6C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C6E97-24E6-8609-71C9-5C029DE8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87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CDD3-A013-A209-FAC8-0B6C3EFA9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0EECC-45C3-D9A0-A582-DE204B676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5781F-598A-A873-9392-3D5992D8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DA6A0-3858-8678-C88A-F488833CB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28DDD-3F4F-3D05-B550-98B0ACEE9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4BC02-C41F-245E-7A5A-E6F18A5F9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1EAB0-FAC5-5499-135B-C790C91D6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F85C7-32F0-EBD9-9A4B-6C7515EB4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C2AC8-620B-D667-F585-2B97BE746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49FA5-E4DA-AF77-0079-4C284DE74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927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9F021-3590-BBA1-5278-9630B01D1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22CB2-7D59-25CC-DC44-24A99DB1B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20892-BC26-4CD1-FFAD-893C77F59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3A040-4E87-15C6-956C-789C63154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5E659-28A6-6AA2-250B-4E29566DE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D59DF-7681-45DC-C709-BC3617695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65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E328-1BEB-0CA0-195C-C53691B97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CA3F4-8446-C3B5-82C3-2210107B6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15C82-FF4E-7E71-8C8E-7F6C6D558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C83885-55B4-7CB9-5053-D84BD9A54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F4485-54B5-F834-0912-49DC0F8A1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1B35F4-2FD2-4678-936F-DAB92748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4999D4-9080-CF66-2A42-C61FC0445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C49785-A7F4-296D-3259-8465F6B0C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38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6121B-1781-7BE1-6711-2AF126CDA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D0BBC-10A9-F716-8B09-C1E3AA9E5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88E3B-3F2B-FAAC-05DA-AF81313E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3A753-2216-8FA4-14BF-FD85D3EC9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06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41407C-825A-7B2D-FDEF-D0B281740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BDFAE5-DB09-7B56-B1FB-097B2CF54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E9DAF-DD8F-D7A6-84D1-A53E77A9E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572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BCB3-32D3-C291-813C-4E23807C4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877D3-0958-731B-2733-0EF31E5C2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E5162-41FC-0504-874F-AAC18EC33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9166D-5F03-24CA-6AB8-33DA10258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9DE60-7B36-D36F-EA32-D55ABCF3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FDCAF-BDF8-C144-A29A-CD7544186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87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14E5-CE3F-1E2F-5AD2-4A7283625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7288A6-7ACA-EBB2-3EE6-250DC6EF886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6DF3C-FD90-77C8-7A2E-D6FF9BFFF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E2BBF-BAE6-6837-9EDC-C7A64C0D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92BFD-4850-C422-2BFF-5CC289C2C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24E28-D523-8A1C-F613-E7413526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83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5671B-9048-0DBC-76D4-F86C4138F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40FF0-6A59-80A7-5EE9-988E2CC32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8B3EA-D022-BBC3-9641-0BCFF0B4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961F5-27D1-1F89-C9BF-A587C0292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437B0-4489-D838-25D9-3E60030AF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64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0C25D2-2912-A225-3ABC-B7720056BB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75E4E-E357-7211-92CB-5583EE9BE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0EE45-24B9-D82D-4C3A-FA3019054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C20E7-E999-D396-A593-873B68122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AD47F-0BD5-F77D-1BF3-1EF4693FE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25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DAAA69-F20C-2259-7B56-315D07F9C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9E191-7FB7-023F-3C26-E2F1A853E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6E2E4-64F3-7E32-8A54-ABB1E2A81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8B1A4-5866-8F83-4734-166CEE2D1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7076C-A786-E1F3-7E22-21CCD2348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25EE5A-5049-96DC-92AD-C4683A9EE9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19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Mariagisella Giorgiani</dc:creator>
  <cp:lastModifiedBy>Mariagisella Giorgiani</cp:lastModifiedBy>
  <cp:revision>1</cp:revision>
  <dcterms:created xsi:type="dcterms:W3CDTF">2026-09-18T20:51:38Z</dcterms:created>
  <dcterms:modified xsi:type="dcterms:W3CDTF">2026-09-24T21:08:39Z</dcterms:modified>
</cp:coreProperties>
</file>